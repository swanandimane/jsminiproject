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60" r:id="rId10"/>
    <p:sldId id="261" r:id="rId11"/>
    <p:sldId id="262" r:id="rId12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Inventory Management Dashboard</a:t>
            </a:r>
            <a:r>
              <a:rPr b="1" lang="en-GB">
                <a:solidFill>
                  <a:schemeClr val="lt1"/>
                </a:solidFill>
              </a:rP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Sarthak, Mansi, Swanandi, Rudra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Project Overview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sz="2800">
                <a:solidFill>
                  <a:srgbClr val="A81B50"/>
                </a:solidFill>
              </a:rPr>
              <a:t>About the Project</a:t>
            </a:r>
          </a:p>
          <a:p>
            <a:pPr indent="0" lvl="0" marL="0" rtl="0" algn="l">
              <a:spcBef>
                <a:spcPts val="0"/>
              </a:spcBef>
              <a:spcAft>
                <a:spcPts val="1400"/>
              </a:spcAft>
              <a:buNone/>
            </a:pPr>
            <a:r>
              <a:rPr sz="2000">
                <a:solidFill>
                  <a:srgbClr val="000000"/>
                </a:solidFill>
              </a:rPr>
              <a:t>A modern, web-based inventory management system designed to streamline stock tracking and prevent inventory shortages. Built with vanilla JavaScript, this dashboard provides businesses with real-time visibility into their product inventory through an elegant, user-friendly interface.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sz="2800">
                <a:solidFill>
                  <a:srgbClr val="A81B50"/>
                </a:solidFill>
              </a:rPr>
              <a:t>Technology Stack</a:t>
            </a:r>
          </a:p>
          <a:p>
            <a:pPr indent="0" lvl="0" marL="342900" rtl="0" algn="l">
              <a:spcBef>
                <a:spcPts val="0"/>
              </a:spcBef>
              <a:spcAft>
                <a:spcPts val="500"/>
              </a:spcAft>
              <a:buChar char="✓"/>
            </a:pPr>
            <a:r>
              <a:rPr b="1" sz="2000">
                <a:solidFill>
                  <a:srgbClr val="000000"/>
                </a:solidFill>
              </a:rPr>
              <a:t>HTML5</a:t>
            </a:r>
            <a:r>
              <a:rPr sz="2000">
                <a:solidFill>
                  <a:srgbClr val="000000"/>
                </a:solidFill>
              </a:rPr>
              <a:t xml:space="preserve"> - Semantic structure and accessibility</a:t>
            </a:r>
          </a:p>
          <a:p>
            <a:pPr indent="0" lvl="0" marL="342900" rtl="0" algn="l">
              <a:spcBef>
                <a:spcPts val="0"/>
              </a:spcBef>
              <a:spcAft>
                <a:spcPts val="500"/>
              </a:spcAft>
              <a:buChar char="✓"/>
            </a:pPr>
            <a:r>
              <a:rPr b="1" sz="2000">
                <a:solidFill>
                  <a:srgbClr val="000000"/>
                </a:solidFill>
              </a:rPr>
              <a:t>CSS3</a:t>
            </a:r>
            <a:r>
              <a:rPr sz="2000">
                <a:solidFill>
                  <a:srgbClr val="000000"/>
                </a:solidFill>
              </a:rPr>
              <a:t xml:space="preserve"> - Professional dark theme with responsive design</a:t>
            </a:r>
          </a:p>
          <a:p>
            <a:pPr indent="0" lvl="0" marL="342900" rtl="0" algn="l">
              <a:spcBef>
                <a:spcPts val="0"/>
              </a:spcBef>
              <a:spcAft>
                <a:spcPts val="1200"/>
              </a:spcAft>
              <a:buChar char="✓"/>
            </a:pPr>
            <a:r>
              <a:rPr b="1" sz="2000">
                <a:solidFill>
                  <a:srgbClr val="000000"/>
                </a:solidFill>
              </a:rPr>
              <a:t>JavaScript ES6</a:t>
            </a:r>
            <a:r>
              <a:rPr sz="2000">
                <a:solidFill>
                  <a:srgbClr val="000000"/>
                </a:solidFill>
              </a:rPr>
              <a:t xml:space="preserve"> - Object-oriented programming with modern syntax</a:t>
            </a: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Key Features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har char="●"/>
            </a:pPr>
            <a:r>
              <a:rPr b="1" sz="2200">
                <a:solidFill>
                  <a:srgbClr val="A81B50"/>
                </a:solidFill>
              </a:rPr>
              <a:t>Real-time Inventory Tracking</a:t>
            </a:r>
          </a:p>
          <a:p>
            <a:pPr indent="0" lvl="0" marL="3429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sz="1900">
                <a:solidFill>
                  <a:srgbClr val="000000"/>
                </a:solidFill>
              </a:rPr>
              <a:t>Live dashboard displays all products with current stock quantities in an organized table format</a:t>
            </a: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Char char="●"/>
            </a:pPr>
            <a:r>
              <a:rPr b="1" sz="2200">
                <a:solidFill>
                  <a:srgbClr val="A81B50"/>
                </a:solidFill>
              </a:rPr>
              <a:t>Dynamic Product Management</a:t>
            </a:r>
          </a:p>
          <a:p>
            <a:pPr indent="0" lvl="0" marL="3429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sz="1900">
                <a:solidFill>
                  <a:srgbClr val="000000"/>
                </a:solidFill>
              </a:rPr>
              <a:t>Add new inventory items instantly through intuitive form interface with built-in validation</a:t>
            </a: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Char char="●"/>
            </a:pPr>
            <a:r>
              <a:rPr b="1" sz="2200">
                <a:solidFill>
                  <a:srgbClr val="A81B50"/>
                </a:solidFill>
              </a:rPr>
              <a:t>Intelligent Low-Stock Alerts</a:t>
            </a:r>
          </a:p>
          <a:p>
            <a:pPr indent="0" lvl="0" marL="3429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sz="1900">
                <a:solidFill>
                  <a:srgbClr val="000000"/>
                </a:solidFill>
              </a:rPr>
              <a:t>Automatic detection and highlighting of items below threshold (&lt; 5 units) to prevent stockouts</a:t>
            </a: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Char char="●"/>
            </a:pPr>
            <a:r>
              <a:rPr b="1" sz="2200">
                <a:solidFill>
                  <a:srgbClr val="A81B50"/>
                </a:solidFill>
              </a:rPr>
              <a:t>Professional User Experience</a:t>
            </a:r>
          </a:p>
          <a:p>
            <a:pPr indent="0" lvl="0" marL="3429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900">
                <a:solidFill>
                  <a:srgbClr val="000000"/>
                </a:solidFill>
              </a:rPr>
              <a:t>Modern dark theme design with responsive layout that works seamlessly across all devices</a:t>
            </a:r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75" name="Google Shape;75;p1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Core Functions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sz="2600" lang="en-US">
                <a:solidFill>
                  <a:srgbClr val="A81B50"/>
                </a:solidFill>
                <a:latin typeface="Courier New"/>
              </a:rPr>
              <a:t>addProduct()</a:t>
            </a: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2000">
                <a:solidFill>
                  <a:srgbClr val="000000"/>
                </a:solidFill>
              </a:rPr>
              <a:t>Captures user input from form fields, validates data integrity, creates new Product instance using ES6 class constructor, and appends to inventory array. Automatically triggers UI refresh.</a:t>
            </a: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sz="2600" lang="en-US">
                <a:solidFill>
                  <a:srgbClr val="A81B50"/>
                </a:solidFill>
                <a:latin typeface="Courier New"/>
              </a:rPr>
              <a:t>displayInventory()</a:t>
            </a: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2000">
                <a:solidFill>
                  <a:srgbClr val="000000"/>
                </a:solidFill>
              </a:rPr>
              <a:t>Dynamically generates HTML table rows using functional programming with array.map() method. Ensures real-time synchronization between data model and user interface.</a:t>
            </a: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sz="2600" lang="en-US">
                <a:solidFill>
                  <a:srgbClr val="A81B50"/>
                </a:solidFill>
                <a:latin typeface="Courier New"/>
              </a:rPr>
              <a:t>displayLowStock()</a:t>
            </a: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2000">
                <a:solidFill>
                  <a:srgbClr val="000000"/>
                </a:solidFill>
              </a:rPr>
              <a:t>Implements business logic using array.filter() to identify critical inventory items (quantity &lt; 5). Renders prioritized alert list to prevent stockout situations.</a:t>
            </a: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JavaScript Concepts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har char="●"/>
            </a:pPr>
            <a:r>
              <a:rPr b="1" sz="2400">
                <a:solidFill>
                  <a:srgbClr val="A81B50"/>
                </a:solidFill>
              </a:rPr>
              <a:t>ES6 Classes &amp; OOP</a:t>
            </a:r>
          </a:p>
          <a:p>
            <a:pPr indent="0" lvl="0" marL="3429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sz="1900">
                <a:solidFill>
                  <a:srgbClr val="000000"/>
                </a:solidFill>
              </a:rPr>
              <a:t>Product class with constructor method for instantiating inventory objects with encapsulated properties (name, quantity)</a:t>
            </a: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Char char="●"/>
            </a:pPr>
            <a:r>
              <a:rPr b="1" sz="2400">
                <a:solidFill>
                  <a:srgbClr val="A81B50"/>
                </a:solidFill>
              </a:rPr>
              <a:t>Functional Array Methods</a:t>
            </a:r>
          </a:p>
          <a:p>
            <a:pPr indent="0" lvl="0" marL="3429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sz="1900">
                <a:solidFill>
                  <a:srgbClr val="000000"/>
                </a:solidFill>
              </a:rPr>
              <a:t>Higher-order functions: .map() for UI rendering, .filter() for conditional queries, .push() for array manipulation, .forEach() for iterations</a:t>
            </a: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Char char="●"/>
            </a:pPr>
            <a:r>
              <a:rPr b="1" sz="2400">
                <a:solidFill>
                  <a:srgbClr val="A81B50"/>
                </a:solidFill>
              </a:rPr>
              <a:t>DOM Manipulation &amp; Event Handling</a:t>
            </a:r>
          </a:p>
          <a:p>
            <a:pPr indent="0" lvl="0" marL="3429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900">
                <a:solidFill>
                  <a:srgbClr val="000000"/>
                </a:solidFill>
              </a:rPr>
              <a:t>Real-time DOM updates via getElementById() and innerHTML. Event-driven architecture with onclick handlers for seamless user interactions</a:t>
            </a: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Learning Outcomes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Char char="✓"/>
            </a:pPr>
            <a:r>
              <a:rPr b="1" sz="2100">
                <a:solidFill>
                  <a:srgbClr val="000000"/>
                </a:solidFill>
              </a:rPr>
              <a:t xml:space="preserve">Technical Proficiency: </a:t>
            </a:r>
            <a:r>
              <a:rPr sz="2100">
                <a:solidFill>
                  <a:srgbClr val="000000"/>
                </a:solidFill>
              </a:rPr>
              <a:t>Mastered modern JavaScript including ES6+ features, object-oriented programming principles, and functional programming paradigms</a:t>
            </a:r>
          </a:p>
          <a:p>
            <a:pPr indent="0" lvl="0" marL="0" rtl="0" algn="l">
              <a:spcBef>
                <a:spcPts val="0"/>
              </a:spcBef>
              <a:spcAft>
                <a:spcPts val="900"/>
              </a:spcAft>
              <a:buChar char="✓"/>
            </a:pPr>
            <a:r>
              <a:rPr b="1" sz="2100">
                <a:solidFill>
                  <a:srgbClr val="000000"/>
                </a:solidFill>
              </a:rPr>
              <a:t xml:space="preserve">Problem Solving: </a:t>
            </a:r>
            <a:r>
              <a:rPr sz="2100">
                <a:solidFill>
                  <a:srgbClr val="000000"/>
                </a:solidFill>
              </a:rPr>
              <a:t>Developed ability to break down complex business requirements into modular, maintainable code components</a:t>
            </a:r>
          </a:p>
          <a:p>
            <a:pPr indent="0" lvl="0" marL="0" rtl="0" algn="l">
              <a:spcBef>
                <a:spcPts val="0"/>
              </a:spcBef>
              <a:spcAft>
                <a:spcPts val="900"/>
              </a:spcAft>
              <a:buChar char="✓"/>
            </a:pPr>
            <a:r>
              <a:rPr b="1" sz="2100">
                <a:solidFill>
                  <a:srgbClr val="000000"/>
                </a:solidFill>
              </a:rPr>
              <a:t xml:space="preserve">UI/UX Design: </a:t>
            </a:r>
            <a:r>
              <a:rPr sz="2100">
                <a:solidFill>
                  <a:srgbClr val="000000"/>
                </a:solidFill>
              </a:rPr>
              <a:t>Created intuitive interfaces focusing on user experience, accessibility, and responsive design principles</a:t>
            </a:r>
          </a:p>
          <a:p>
            <a:pPr indent="0" lvl="0" marL="0" rtl="0" algn="l">
              <a:spcBef>
                <a:spcPts val="0"/>
              </a:spcBef>
              <a:spcAft>
                <a:spcPts val="900"/>
              </a:spcAft>
              <a:buChar char="✓"/>
            </a:pPr>
            <a:r>
              <a:rPr b="1" sz="2100">
                <a:solidFill>
                  <a:srgbClr val="000000"/>
                </a:solidFill>
              </a:rPr>
              <a:t xml:space="preserve">Data Management: </a:t>
            </a:r>
            <a:r>
              <a:rPr sz="2100">
                <a:solidFill>
                  <a:srgbClr val="000000"/>
                </a:solidFill>
              </a:rPr>
              <a:t>Implemented robust data validation, error handling, and state management techniques</a:t>
            </a: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har char="✓"/>
            </a:pPr>
            <a:r>
              <a:rPr b="1" sz="2100">
                <a:solidFill>
                  <a:srgbClr val="000000"/>
                </a:solidFill>
              </a:rPr>
              <a:t xml:space="preserve">Team Collaboration: </a:t>
            </a:r>
            <a:r>
              <a:rPr sz="2100">
                <a:solidFill>
                  <a:srgbClr val="000000"/>
                </a:solidFill>
              </a:rPr>
              <a:t>Enhanced teamwork, code organization, and project management skills through collaborative development</a:t>
            </a: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